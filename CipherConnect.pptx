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FA5D5-E81B-4CF2-AD6C-A3905BB4F408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F228F-1EE3-494B-9DEC-A33DDFF8AD8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FA5D5-E81B-4CF2-AD6C-A3905BB4F408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F228F-1EE3-494B-9DEC-A33DDFF8AD8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FA5D5-E81B-4CF2-AD6C-A3905BB4F408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F228F-1EE3-494B-9DEC-A33DDFF8AD8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FA5D5-E81B-4CF2-AD6C-A3905BB4F408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F228F-1EE3-494B-9DEC-A33DDFF8AD8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FA5D5-E81B-4CF2-AD6C-A3905BB4F408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F228F-1EE3-494B-9DEC-A33DDFF8AD8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FA5D5-E81B-4CF2-AD6C-A3905BB4F408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F228F-1EE3-494B-9DEC-A33DDFF8AD8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FA5D5-E81B-4CF2-AD6C-A3905BB4F408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F228F-1EE3-494B-9DEC-A33DDFF8AD8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FA5D5-E81B-4CF2-AD6C-A3905BB4F408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F228F-1EE3-494B-9DEC-A33DDFF8AD8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FA5D5-E81B-4CF2-AD6C-A3905BB4F408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F228F-1EE3-494B-9DEC-A33DDFF8AD8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FA5D5-E81B-4CF2-AD6C-A3905BB4F408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F228F-1EE3-494B-9DEC-A33DDFF8AD8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FA5D5-E81B-4CF2-AD6C-A3905BB4F408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F228F-1EE3-494B-9DEC-A33DDFF8AD8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CFA5D5-E81B-4CF2-AD6C-A3905BB4F408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7F228F-1EE3-494B-9DEC-A33DDFF8AD8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 err="1" smtClean="0"/>
              <a:t>CipherConnect</a:t>
            </a:r>
            <a:r>
              <a:rPr lang="en-IN" dirty="0" smtClean="0"/>
              <a:t/>
            </a:r>
            <a:br>
              <a:rPr lang="en-IN" dirty="0" smtClean="0"/>
            </a:br>
            <a:r>
              <a:rPr lang="en-IN" dirty="0" smtClean="0"/>
              <a:t>A Secure End-to-End Encrypted</a:t>
            </a:r>
            <a:br>
              <a:rPr lang="en-IN" dirty="0" smtClean="0"/>
            </a:br>
            <a:r>
              <a:rPr lang="en-IN" dirty="0" smtClean="0"/>
              <a:t>Company –Client Communication </a:t>
            </a:r>
            <a:br>
              <a:rPr lang="en-IN" dirty="0" smtClean="0"/>
            </a:br>
            <a:r>
              <a:rPr lang="en-IN" dirty="0" smtClean="0"/>
              <a:t>System</a:t>
            </a:r>
            <a:br>
              <a:rPr lang="en-IN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>
              <a:buFont typeface="Arial" pitchFamily="34" charset="0"/>
              <a:buChar char="•"/>
            </a:pPr>
            <a:r>
              <a:rPr lang="en-IN" dirty="0" smtClean="0">
                <a:solidFill>
                  <a:schemeClr val="tx1"/>
                </a:solidFill>
              </a:rPr>
              <a:t>Tagline :</a:t>
            </a:r>
          </a:p>
          <a:p>
            <a:pPr algn="l">
              <a:buFont typeface="Arial" pitchFamily="34" charset="0"/>
              <a:buChar char="•"/>
            </a:pPr>
            <a:r>
              <a:rPr lang="en-IN" dirty="0" smtClean="0">
                <a:solidFill>
                  <a:schemeClr val="tx1"/>
                </a:solidFill>
              </a:rPr>
              <a:t>Where privacy comes first  - even from the  administrator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Scope of the Project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- Secure communication between company and clients</a:t>
            </a:r>
          </a:p>
          <a:p>
            <a:r>
              <a:rPr lang="en-US" dirty="0" smtClean="0"/>
              <a:t>- End-to-End Encrypted messaging </a:t>
            </a:r>
          </a:p>
          <a:p>
            <a:r>
              <a:rPr lang="en-US" dirty="0" smtClean="0"/>
              <a:t>- Admin cannot access message content</a:t>
            </a:r>
          </a:p>
          <a:p>
            <a:r>
              <a:rPr lang="en-US" dirty="0" smtClean="0"/>
              <a:t> - Web-based application - Scalable and secure architecture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Objectives of the Project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- Ensure data confidentiality and privacy </a:t>
            </a:r>
          </a:p>
          <a:p>
            <a:r>
              <a:rPr lang="en-US" dirty="0" smtClean="0"/>
              <a:t>- Prevent unauthorized data access</a:t>
            </a:r>
          </a:p>
          <a:p>
            <a:r>
              <a:rPr lang="en-US" dirty="0" smtClean="0"/>
              <a:t> - Implement role-based access control</a:t>
            </a:r>
          </a:p>
          <a:p>
            <a:r>
              <a:rPr lang="en-US" dirty="0" smtClean="0"/>
              <a:t> - Provide secure and user-friendly communication</a:t>
            </a:r>
          </a:p>
          <a:p>
            <a:r>
              <a:rPr lang="en-US" dirty="0" smtClean="0"/>
              <a:t> - Enhance trust between company and clients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Tools and Technologies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Frontend: </a:t>
            </a:r>
          </a:p>
          <a:p>
            <a:r>
              <a:rPr lang="en-US" dirty="0" smtClean="0"/>
              <a:t>- React.js </a:t>
            </a:r>
          </a:p>
          <a:p>
            <a:r>
              <a:rPr lang="en-US" dirty="0" smtClean="0"/>
              <a:t>- Tailwind CSS </a:t>
            </a:r>
          </a:p>
          <a:p>
            <a:r>
              <a:rPr lang="en-US" dirty="0" smtClean="0"/>
              <a:t>Backend: </a:t>
            </a:r>
          </a:p>
          <a:p>
            <a:r>
              <a:rPr lang="en-US" dirty="0" smtClean="0"/>
              <a:t>- Python </a:t>
            </a:r>
            <a:r>
              <a:rPr lang="en-US" dirty="0" err="1" smtClean="0"/>
              <a:t>FastAPI</a:t>
            </a:r>
            <a:r>
              <a:rPr lang="en-US" dirty="0" smtClean="0"/>
              <a:t> Security:</a:t>
            </a:r>
          </a:p>
          <a:p>
            <a:r>
              <a:rPr lang="en-US" dirty="0" smtClean="0"/>
              <a:t>- JWT Authentication - End-to-End Encryption</a:t>
            </a:r>
          </a:p>
          <a:p>
            <a:r>
              <a:rPr lang="en-US" dirty="0" smtClean="0"/>
              <a:t> Database: - </a:t>
            </a:r>
            <a:r>
              <a:rPr lang="en-US" dirty="0" err="1" smtClean="0"/>
              <a:t>PostgreSQL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Stakeholders of the System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- Company Users</a:t>
            </a:r>
          </a:p>
          <a:p>
            <a:r>
              <a:rPr lang="en-US" dirty="0" smtClean="0"/>
              <a:t>- Clients</a:t>
            </a:r>
          </a:p>
          <a:p>
            <a:r>
              <a:rPr lang="en-US" dirty="0" smtClean="0"/>
              <a:t>- Organization Management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Modules of the System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- User Authentication Module</a:t>
            </a:r>
          </a:p>
          <a:p>
            <a:r>
              <a:rPr lang="en-US" dirty="0" smtClean="0"/>
              <a:t>- Role Management Module</a:t>
            </a:r>
          </a:p>
          <a:p>
            <a:r>
              <a:rPr lang="en-US" dirty="0" smtClean="0"/>
              <a:t>- Encrypted Messaging Module </a:t>
            </a:r>
          </a:p>
          <a:p>
            <a:r>
              <a:rPr lang="en-US" dirty="0" smtClean="0"/>
              <a:t>- User Management Module </a:t>
            </a:r>
          </a:p>
          <a:p>
            <a:r>
              <a:rPr lang="en-US" dirty="0" smtClean="0"/>
              <a:t>- Audit &amp; Logging Module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143</Words>
  <Application>Microsoft Office PowerPoint</Application>
  <PresentationFormat>On-screen Show (4:3)</PresentationFormat>
  <Paragraphs>32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CipherConnect A Secure End-to-End Encrypted Company –Client Communication  System </vt:lpstr>
      <vt:lpstr>Scope of the Project</vt:lpstr>
      <vt:lpstr>Objectives of the Project </vt:lpstr>
      <vt:lpstr>Tools and Technologies </vt:lpstr>
      <vt:lpstr>Stakeholders of the System </vt:lpstr>
      <vt:lpstr>Modules of the System </vt:lpstr>
    </vt:vector>
  </TitlesOfParts>
  <Company>HP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CipherConnect A Secure End-to-End Encrypted Company –Client Communication  System </dc:title>
  <dc:creator>HP</dc:creator>
  <cp:lastModifiedBy>HP</cp:lastModifiedBy>
  <cp:revision>2</cp:revision>
  <dcterms:created xsi:type="dcterms:W3CDTF">2026-01-24T02:09:12Z</dcterms:created>
  <dcterms:modified xsi:type="dcterms:W3CDTF">2026-01-24T02:27:33Z</dcterms:modified>
</cp:coreProperties>
</file>